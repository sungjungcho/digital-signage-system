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디지털 사이니지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UI 설계서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📋 프로젝트명: 디지털 사이니지 시스템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🎯 목적: 병원 환경에 최적화된 디지털 사이니지 관리 솔루션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💡 주요 특징: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병원 분위기에 맞는 Teal/Cyan 컬러 테마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실시간 콘텐츠 관리 및 업데이트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다양한 콘텐츠 타입 지원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환자 호출 및 대기 관리 시스템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WebSocket 기반 실시간 알림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🏗️ 기술 스택: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Frontend: Next.js 15, React 19, Tailwind CSS 4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Backend: Next.js API Routes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Database: PostgreSQL + SQLite (하이브리드)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Real-time: WebSocket (ws)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Authentication: JWT (jose)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📦 주요 컴포넌트: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관리자 대시보드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디바이스 관리 시스템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콘텐츠 관리 시스템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• 실시간 디스플레이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사용자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👨‍💼 관리자 워크플로우: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1️⃣ 로그인 (/admin/login)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→ 아이디/비밀번호 입력 → JWT 토큰 기반 인증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2️⃣ 디바이스 등록 및 관리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→ 디바이스 추가 → 상태 모니터링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3️⃣ 콘텐츠 추가 및 관리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 → 콘텐츠 등록 → 순서 및 시간 설정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4️⃣ 실시간 알림 및 환자 호출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1. 메인 화면 (/)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프로젝트 소개 페이지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디지털 사이니지 시스템 개요 표시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주요 기능 및 특징 안내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2. 관리자 로그인 (/admin/login)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병원 테마의 그라데이션 배경 (Teal → Cyan)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로그인 폼: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아이디 입력 필드 (사용자 아이콘)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비밀번호 입력 필드 (잠금 아이콘)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로그인 유지 체크박스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로그인 버튼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카드 형태의 화이트 박스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로딩 상태 및 에러 메시지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3. 관리자 대시보드 (/admin)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상단 헤더: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시스템 타이틀 + 로그아웃 버튼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4개의 주요 섹션: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🔴 알림 관리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🔵 디바이스 관리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🟣 콘텐츠 관리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🟢 대기환자 관리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반응형 레이아웃 (스크롤 가능)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디바이스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4. 디바이스 관리 섹션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디바이스 목록: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이름, 위치, 상태 (온라인/오프라인)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상태별 색상 구분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마지막 연결 시간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디바이스 추가: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디바이스 이름 입력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설치 위치 입력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디바이스 작업: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이름 수정, 삭제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콘텐츠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5. 콘텐츠 관리 섹션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콘텐츠 타입 선택: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텍스트 - 내용, 폰트, 색상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이미지 - 파일 업로드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비디오 - 파일 또는 유튜브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분할 프레임 - 화면 분할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비디오 소스 선택 (탭):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파일 선택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유튜브 연결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콘텐츠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5. 콘텐츠 관리 섹션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유튜브 연결 옵션: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URL 입력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자동재생 옵션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반복재생 옵션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음소거 옵션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콘텐츠 리스트: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타입별 아이콘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재생 시간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삭제 버튼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초기화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6. 디바이스 초기화 (/initialize-device)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병원 테마 그라데이션 배경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의료 아이콘 (청진기)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2가지 초기화 방법: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탭 1: 디바이스 선택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등록된 디바이스 목록에서 선택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탭 2: 수동 입력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디바이스 ID 직접 입력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디스플레이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7. 디스플레이 화면 (/display/[deviceId])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전체 화면 콘텐츠 재생: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등록된 콘텐츠를 슬라이드쇼로 재생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각 콘텐츠의 duration만큼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자동 전환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콘텐츠 타입별 렌더링: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텍스트: 사용자 정의 스타일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이미지: 비율 유지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비디오: 자동재생, 반복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유튜브: iframe embed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디스플레이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7. 디스플레이 화면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실시간 알림 팝업: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WebSocket으로 수신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모달 형태로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애니메이션 효과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자동 사라짐 또는 수동 닫기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콘텐츠가 없는 경우: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기본 메시지 표시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디바이스 이름 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8. 실시간 알림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WebSocket 기반 실시간 통신 (포트 3031)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알림 생성 (관리자):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알림 메시지 입력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대상 디바이스 선택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표시 시간 설정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알림 표시 (디스플레이):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화면 중앙 오버레이 모달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호출 아이콘과 메시지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애니메이션 효과 (pulse)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환자관리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9. 대기환자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환자 추가: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환자 이름 입력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진료과 선택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대기번호 자동 부여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대기 목록: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대기번호, 이름, 진료과, 상태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상태별 색상 구분: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   - 대기중 (파란색)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   - 호출됨 (주황색)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   - 진료완료 (회색)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화면 설계 - 환자관리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9. 대기환자 관리 시스템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환자 호출: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호출 버튼 클릭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지정된 디바이스로 알림 발송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상태 자동 업데이트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작업: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진료완료 처리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환자 삭제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실시간 동기화: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   • WebSocket으로 즉시 반영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디자인 시스템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🎨 컬러 팔레트: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Primary: Teal (#14B8A6)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Secondary: Cyan (#06B6D4)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Gray: (#4B5563, #6B7280, #9CA3AF)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Success: Green (#10B981)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Warning: Orange (#F59E0B)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Error: Red (#EF4444)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📝 타이포그래피: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제목: 2xl~4xl, Bold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본문: base~lg, Regular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캡션: sm~xs, Regular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디자인 시스템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🎭 컴포넌트 스타일: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둥근 모서리 (rounded-lg~2xl)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부드러운 그림자 (shadow-md~lg)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호버 효과 (hover:scale, hover:bg)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트랜지션 애니메이션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📱 반응형 디자인: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모바일, 태블릿, 데스크톱 대응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Tailwind breakpoints 활용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유연한 그리드 시스템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기술적 특징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⚡ 성능 최적화: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Next.js 15 App Router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React Server Components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이미지 최적화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🔒 보안: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JWT 기반 인증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HttpOnly 쿠키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서버 사이드 인증 체크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SQL Injection 방지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기술적 특징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📡 실시간 통신: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WebSocket 양방향 통신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자동 재연결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이벤트 기반 업데이트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💾 데이터 관리: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PostgreSQL 메인 데이터베이스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SQLite 경량 데이터 저장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Foreign Key 제약조건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트랜잭션 지원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향후 개선사항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🚀 기능 확장: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스케줄링 기능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분석 및 리포팅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다국어 지원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모바일 관리 앱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🎨 UI/UX 개선: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드래그 앤 드롭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실시간 미리보기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템플릿 시스템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향후 개선사항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🔧 기술적 개선: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CDN 연동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캐싱 전략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로그 및 모니터링 시스템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자동 백업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📊 분석 기능: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콘텐츠 조회수 추적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디바이스 활성도 통계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   • 사용자 행동 분석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디지털 사이니지 시스템 UI 설계서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